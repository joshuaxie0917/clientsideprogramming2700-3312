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4A4014-367C-4C31-98F3-EE1C1DA9E7E8}" v="3" dt="2026-03-25T01:33:13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52" d="100"/>
          <a:sy n="52" d="100"/>
        </p:scale>
        <p:origin x="84" y="1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eaoyi Xie" userId="b10697924f38ca54" providerId="LiveId" clId="{303D7C3B-3259-4122-8B00-247FF12F0653}"/>
    <pc:docChg chg="addSld modSld">
      <pc:chgData name="Xieaoyi Xie" userId="b10697924f38ca54" providerId="LiveId" clId="{303D7C3B-3259-4122-8B00-247FF12F0653}" dt="2026-03-25T01:34:05.108" v="19" actId="1076"/>
      <pc:docMkLst>
        <pc:docMk/>
      </pc:docMkLst>
      <pc:sldChg chg="addSp modSp new mod">
        <pc:chgData name="Xieaoyi Xie" userId="b10697924f38ca54" providerId="LiveId" clId="{303D7C3B-3259-4122-8B00-247FF12F0653}" dt="2026-03-25T01:34:05.108" v="19" actId="1076"/>
        <pc:sldMkLst>
          <pc:docMk/>
          <pc:sldMk cId="2785532080" sldId="264"/>
        </pc:sldMkLst>
        <pc:spChg chg="mod">
          <ac:chgData name="Xieaoyi Xie" userId="b10697924f38ca54" providerId="LiveId" clId="{303D7C3B-3259-4122-8B00-247FF12F0653}" dt="2026-03-25T01:32:49.641" v="1"/>
          <ac:spMkLst>
            <pc:docMk/>
            <pc:sldMk cId="2785532080" sldId="264"/>
            <ac:spMk id="2" creationId="{436256F3-55F7-9CCB-D7E5-588AAFAF04B2}"/>
          </ac:spMkLst>
        </pc:spChg>
        <pc:spChg chg="mod">
          <ac:chgData name="Xieaoyi Xie" userId="b10697924f38ca54" providerId="LiveId" clId="{303D7C3B-3259-4122-8B00-247FF12F0653}" dt="2026-03-25T01:33:04.153" v="3" actId="14100"/>
          <ac:spMkLst>
            <pc:docMk/>
            <pc:sldMk cId="2785532080" sldId="264"/>
            <ac:spMk id="3" creationId="{1387D52D-967E-C559-570C-32AF115E62E5}"/>
          </ac:spMkLst>
        </pc:spChg>
        <pc:spChg chg="add mod">
          <ac:chgData name="Xieaoyi Xie" userId="b10697924f38ca54" providerId="LiveId" clId="{303D7C3B-3259-4122-8B00-247FF12F0653}" dt="2026-03-25T01:34:05.108" v="19" actId="1076"/>
          <ac:spMkLst>
            <pc:docMk/>
            <pc:sldMk cId="2785532080" sldId="264"/>
            <ac:spMk id="4" creationId="{4E191377-2E96-D571-ABDE-CB3FFCC529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C3D4-4B24-2F40-A14C-B0A2A5E9C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0916C-6528-2137-6A1A-E8A67989E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BF975-E7AE-EB54-5427-B281273E5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A6590-FC09-07B1-2C86-0C4ED239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1AAD6-C297-30A2-9C5C-0803C98C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977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6A384-BB48-9014-432F-B76844888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192C5-498B-76BD-B80B-CE753BF2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3A3D-2B62-0483-02D0-1FA882B2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9473B-A96B-8F7B-639A-C284DB989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8B2CE-7B7D-5186-F317-27C5D70A2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0060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F995-4799-0735-5015-5A9FADD4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828A3-395E-2BE0-B4AA-62B348B6F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50D28-2C43-F310-1FB0-6E9AB74D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E54CE-8E58-944F-335F-4EC5A978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1F988-B168-D4A0-7451-8309AA460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052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7A50-A9CA-5120-4DA5-9E30186C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2FE9C-88BB-CB8F-65FB-357DD2CF1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55B1E-9A3C-2EBB-CC13-71C295287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4F3B9-C505-F103-BC86-54A98908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ACC90-E344-06C6-4655-6A803574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FC3C7-4A96-C8E1-8258-62758F312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822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C11E-E276-8F44-592A-D4D75CAA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DBF8A-DD93-95B0-53CB-4FC9F634A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F6FB4-D703-33AC-3B2B-362621FAC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67171-ED93-7AF3-CCEF-740FB424B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BC407-F7C4-96E2-0335-E311E8D14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ADCFDF-62B1-F409-4F83-FB681CCE7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15D01-44AB-D8D4-3581-927B5A633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7470F-6D8E-F598-B9C1-D0FB4350E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136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89C7-905E-EFE1-DCDF-BC9902B9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F09FE2-5D0E-B411-8681-014019F7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FEBDA-FE3A-5970-6FD7-1C7AE78E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6D7D8-0332-3C3C-18BD-CAACC5C52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503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7AA886-450E-AA4E-207D-84FFCD173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54B54-35AC-AC15-90C4-05117A89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8828F-B543-9749-CBFA-7EEE78DE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110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D660D-112D-96E0-C9C3-07EC45D9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E62B9-F01E-17B7-D411-850404CA3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771B8-D34E-A1E0-5ADC-3CF6E2D9D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14D3F-9961-CD09-20C8-6EDF7CCD0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205D4-D408-F6FA-C662-BC6C76109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460EE-C915-BF7B-3AAA-758571079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334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E93B-EEED-4FE4-7CFF-59C0729EC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CA6F4B-0C02-FE7D-C7EC-0ED8F02741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FEB51-334F-A870-FA83-6F3477DDB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D21BB-F9D5-5227-BEF7-6A0AA584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79B77-C868-866F-CB46-D9EDD281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D2B05-6D9A-B5B2-EFC1-93E485A7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071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7C2C8-A4D4-E229-311D-4B51F87A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B0F79-7F5D-C5FD-A625-D5D306E1C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6F97B-E952-5696-270A-6523F1E4B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DE964-DAA9-06C4-FEA0-EA7A3F499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745F0-FE80-938B-0B4D-0E1A1A1E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3655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1A8814-81A7-014E-4E51-B051E5AEB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D582B-D778-1CF7-32D7-161313B90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E59E5-2683-A0E3-9E8C-E6309706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BE909-4635-B93D-1E9B-DC65325D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E8890-64FA-6732-0CF3-9250D2ECA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90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FF82E-4EE7-A923-7996-6B4B3FC9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E7361-2DEA-D3FA-EF6C-58994C09E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C09B6-6193-D79C-0D95-0A3A065EB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6C9AD2-1282-4879-A956-0C2F1AC9C55E}" type="datetimeFigureOut">
              <a:rPr lang="en-CA" smtClean="0"/>
              <a:t>2026-03-24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D9E8F-54CB-CB96-74BF-7ABAC6C3D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D4B79-629E-DAEB-B20F-7E761D897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FCE1E-F12D-45FC-B3B8-2EF0D67DCF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682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0BB5-851F-AD46-B63E-46E72FA6C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4494" y="261341"/>
            <a:ext cx="10463011" cy="944047"/>
          </a:xfrm>
        </p:spPr>
        <p:txBody>
          <a:bodyPr/>
          <a:lstStyle/>
          <a:p>
            <a:r>
              <a:rPr lang="en-US" dirty="0"/>
              <a:t>APIs, Fetch, and HTTP Requests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63968-E5BF-7C7C-8BE1-48A58555E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51" y="1205388"/>
            <a:ext cx="9144000" cy="846395"/>
          </a:xfrm>
        </p:spPr>
        <p:txBody>
          <a:bodyPr>
            <a:normAutofit lnSpcReduction="10000"/>
          </a:bodyPr>
          <a:lstStyle/>
          <a:p>
            <a:r>
              <a:rPr lang="en-CA" dirty="0"/>
              <a:t>Research + Visual Project</a:t>
            </a:r>
          </a:p>
          <a:p>
            <a:r>
              <a:rPr lang="en-CA" dirty="0"/>
              <a:t>Joshua Xie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3302D7-F920-BB73-4E44-CCBBF347D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89" y="4015303"/>
            <a:ext cx="3514725" cy="2257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9E3190-F1BA-C2D9-3B06-26B203CE4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171" y="4015303"/>
            <a:ext cx="3677043" cy="2257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2CADBF-3743-8D5A-1EAA-49C193637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671" y="4015303"/>
            <a:ext cx="3742346" cy="22574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039DF0-E53C-046C-3572-E3FAC8DB0589}"/>
              </a:ext>
            </a:extLst>
          </p:cNvPr>
          <p:cNvSpPr txBox="1"/>
          <p:nvPr/>
        </p:nvSpPr>
        <p:spPr>
          <a:xfrm>
            <a:off x="1558697" y="6423580"/>
            <a:ext cx="6332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/>
              <a:t>API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F5FD5-D632-E1FC-CDE6-448AAC3FD768}"/>
              </a:ext>
            </a:extLst>
          </p:cNvPr>
          <p:cNvSpPr txBox="1"/>
          <p:nvPr/>
        </p:nvSpPr>
        <p:spPr>
          <a:xfrm>
            <a:off x="4356461" y="2167970"/>
            <a:ext cx="37423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project explains:</a:t>
            </a:r>
          </a:p>
          <a:p>
            <a:r>
              <a:rPr lang="en-US" sz="2000" dirty="0"/>
              <a:t>• What APIs are</a:t>
            </a:r>
          </a:p>
          <a:p>
            <a:r>
              <a:rPr lang="en-US" sz="2000" dirty="0"/>
              <a:t>• What JSON is</a:t>
            </a:r>
          </a:p>
          <a:p>
            <a:r>
              <a:rPr lang="en-US" sz="2000" dirty="0"/>
              <a:t>• How Fetch works</a:t>
            </a:r>
          </a:p>
          <a:p>
            <a:r>
              <a:rPr lang="en-US" sz="2000" dirty="0"/>
              <a:t>• GET, POST, and PUT requests</a:t>
            </a:r>
            <a:endParaRPr lang="en-CA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274AE4-9525-C5CC-899F-3BF3A609991A}"/>
              </a:ext>
            </a:extLst>
          </p:cNvPr>
          <p:cNvSpPr txBox="1"/>
          <p:nvPr/>
        </p:nvSpPr>
        <p:spPr>
          <a:xfrm>
            <a:off x="5384457" y="6411993"/>
            <a:ext cx="9174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/>
              <a:t>JSON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B62624-0942-B889-99E3-D7C9B3C8AF45}"/>
              </a:ext>
            </a:extLst>
          </p:cNvPr>
          <p:cNvSpPr txBox="1"/>
          <p:nvPr/>
        </p:nvSpPr>
        <p:spPr>
          <a:xfrm>
            <a:off x="9538436" y="6411993"/>
            <a:ext cx="19848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/>
              <a:t>Fetch</a:t>
            </a:r>
          </a:p>
        </p:txBody>
      </p:sp>
    </p:spTree>
    <p:extLst>
      <p:ext uri="{BB962C8B-B14F-4D97-AF65-F5344CB8AC3E}">
        <p14:creationId xmlns:p14="http://schemas.microsoft.com/office/powerpoint/2010/main" val="325351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24BB-2034-05BA-AF4B-9492DD5B0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an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B5D07-29EA-12D2-50E9-3E2EAC5A3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217" y="1800912"/>
            <a:ext cx="5117757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 API lets two programs talk to each other.</a:t>
            </a:r>
          </a:p>
          <a:p>
            <a:endParaRPr lang="en-US" dirty="0"/>
          </a:p>
          <a:p>
            <a:r>
              <a:rPr lang="en-US" dirty="0"/>
              <a:t>One program asks for data.</a:t>
            </a:r>
          </a:p>
          <a:p>
            <a:r>
              <a:rPr lang="en-US" dirty="0"/>
              <a:t>The other sends it back.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A weather app asks for the weather.</a:t>
            </a:r>
          </a:p>
          <a:p>
            <a:r>
              <a:rPr lang="en-US" dirty="0"/>
              <a:t>The server sends the result.</a:t>
            </a:r>
          </a:p>
          <a:p>
            <a:endParaRPr lang="en-US" dirty="0"/>
          </a:p>
          <a:p>
            <a:r>
              <a:rPr lang="en-US" dirty="0"/>
              <a:t>My understanding:</a:t>
            </a:r>
          </a:p>
          <a:p>
            <a:r>
              <a:rPr lang="en-US" dirty="0"/>
              <a:t>API is like a bridge.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24419-DDF1-9C07-07A6-A1A070547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766" y="644847"/>
            <a:ext cx="6343017" cy="47505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F95749-F897-6C9B-E0E9-3D8C6B537ACB}"/>
              </a:ext>
            </a:extLst>
          </p:cNvPr>
          <p:cNvSpPr txBox="1"/>
          <p:nvPr/>
        </p:nvSpPr>
        <p:spPr>
          <a:xfrm>
            <a:off x="6625339" y="5675141"/>
            <a:ext cx="4151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API helps systems talk and share data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31942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21EA-1078-60E4-95C2-599AAED6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JSON?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980C7-1C27-2C52-FA61-A24F546AE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206" y="1813268"/>
            <a:ext cx="5859162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JSON is a simple way to store and send data.</a:t>
            </a:r>
          </a:p>
          <a:p>
            <a:endParaRPr lang="en-US" dirty="0"/>
          </a:p>
          <a:p>
            <a:r>
              <a:rPr lang="en-US" dirty="0"/>
              <a:t>It is just text, not code.</a:t>
            </a:r>
          </a:p>
          <a:p>
            <a:endParaRPr lang="en-US" dirty="0"/>
          </a:p>
          <a:p>
            <a:r>
              <a:rPr lang="en-US" dirty="0"/>
              <a:t>Data is written in key and value pairs.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name: "Joshua"</a:t>
            </a:r>
          </a:p>
          <a:p>
            <a:r>
              <a:rPr lang="en-US" dirty="0"/>
              <a:t>age: 20</a:t>
            </a:r>
          </a:p>
          <a:p>
            <a:endParaRPr lang="en-US" dirty="0"/>
          </a:p>
          <a:p>
            <a:r>
              <a:rPr lang="en-US" dirty="0"/>
              <a:t>My understanding:</a:t>
            </a:r>
          </a:p>
          <a:p>
            <a:r>
              <a:rPr lang="en-US" dirty="0"/>
              <a:t>JSON is just data.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835DF-90C7-2010-15CC-6FDE5B9C2B24}"/>
              </a:ext>
            </a:extLst>
          </p:cNvPr>
          <p:cNvSpPr txBox="1"/>
          <p:nvPr/>
        </p:nvSpPr>
        <p:spPr>
          <a:xfrm>
            <a:off x="5881816" y="2508422"/>
            <a:ext cx="631018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{</a:t>
            </a:r>
          </a:p>
          <a:p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"name": "Joshua",</a:t>
            </a:r>
          </a:p>
          <a:p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"age": 20,</a:t>
            </a:r>
          </a:p>
          <a:p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"course": "IT Programming"</a:t>
            </a:r>
          </a:p>
          <a:p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}</a:t>
            </a:r>
            <a:endParaRPr lang="en-CA" sz="4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8792C-41DA-35B9-3EA8-F79E02CD41FD}"/>
              </a:ext>
            </a:extLst>
          </p:cNvPr>
          <p:cNvSpPr txBox="1"/>
          <p:nvPr/>
        </p:nvSpPr>
        <p:spPr>
          <a:xfrm>
            <a:off x="6728255" y="5795274"/>
            <a:ext cx="4207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JSON shows data in a clear structure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2075075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4448A-AE07-A0A7-294B-811DB300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Fetch API?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3F0C-40A7-453B-843E-DD4A61A2C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432" y="1690688"/>
            <a:ext cx="6637638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Fetch is used to send requests to a server.</a:t>
            </a:r>
          </a:p>
          <a:p>
            <a:endParaRPr lang="en-US" dirty="0"/>
          </a:p>
          <a:p>
            <a:r>
              <a:rPr lang="en-US" dirty="0"/>
              <a:t>It can get data or send data.</a:t>
            </a:r>
          </a:p>
          <a:p>
            <a:endParaRPr lang="en-US" dirty="0"/>
          </a:p>
          <a:p>
            <a:r>
              <a:rPr lang="en-US" dirty="0"/>
              <a:t>It works with APIs.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A website gets data from a server.</a:t>
            </a:r>
          </a:p>
          <a:p>
            <a:endParaRPr lang="en-US" dirty="0"/>
          </a:p>
          <a:p>
            <a:r>
              <a:rPr lang="en-US" dirty="0"/>
              <a:t>My understanding:</a:t>
            </a:r>
          </a:p>
          <a:p>
            <a:r>
              <a:rPr lang="en-US" dirty="0"/>
              <a:t>Fetch is how JavaScript talks to a server.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185F2-16CE-412F-9CDD-C6C28FF7A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244" y="689063"/>
            <a:ext cx="5352963" cy="535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1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FDCAA-9E31-B516-7A09-1CF78095E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30" y="365125"/>
            <a:ext cx="5513173" cy="1325563"/>
          </a:xfrm>
        </p:spPr>
        <p:txBody>
          <a:bodyPr/>
          <a:lstStyle/>
          <a:p>
            <a:r>
              <a:rPr lang="en-US" dirty="0"/>
              <a:t>What is a GET request?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CFC85-C862-6162-E6A4-4CE4C66E0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97" y="1477916"/>
            <a:ext cx="6742670" cy="2733031"/>
          </a:xfrm>
        </p:spPr>
        <p:txBody>
          <a:bodyPr>
            <a:normAutofit/>
          </a:bodyPr>
          <a:lstStyle/>
          <a:p>
            <a:r>
              <a:rPr lang="en-US" dirty="0"/>
              <a:t>GET is used to get data from a server.</a:t>
            </a:r>
          </a:p>
          <a:p>
            <a:r>
              <a:rPr lang="en-US" dirty="0"/>
              <a:t>It does not change data.</a:t>
            </a:r>
          </a:p>
          <a:p>
            <a:r>
              <a:rPr lang="en-US" dirty="0"/>
              <a:t>Example: Get a list of users from a server.</a:t>
            </a:r>
          </a:p>
          <a:p>
            <a:r>
              <a:rPr lang="en-US" dirty="0"/>
              <a:t>My unde</a:t>
            </a:r>
            <a:r>
              <a:rPr lang="en-US" altLang="zh-CN" dirty="0"/>
              <a:t>r</a:t>
            </a:r>
            <a:r>
              <a:rPr lang="en-US" dirty="0"/>
              <a:t>standing:</a:t>
            </a:r>
          </a:p>
          <a:p>
            <a:r>
              <a:rPr lang="en-US" dirty="0"/>
              <a:t>GET is used to read data.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7ADF7-F7AA-8740-40C5-0418D7BA1E0B}"/>
              </a:ext>
            </a:extLst>
          </p:cNvPr>
          <p:cNvSpPr txBox="1"/>
          <p:nvPr/>
        </p:nvSpPr>
        <p:spPr>
          <a:xfrm>
            <a:off x="2747318" y="4210947"/>
            <a:ext cx="81286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fetch("https://example.com/data")</a:t>
            </a:r>
          </a:p>
          <a:p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.then(response =&gt; </a:t>
            </a:r>
            <a:r>
              <a:rPr lang="en-US" sz="4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response.json</a:t>
            </a:r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())</a:t>
            </a:r>
          </a:p>
          <a:p>
            <a:r>
              <a:rPr lang="en-US" sz="4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.then(data =&gt; console.log(data));</a:t>
            </a:r>
            <a:endParaRPr lang="en-CA" sz="4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6D6CDE-0EE1-0E4C-1450-67779F3AAC3C}"/>
              </a:ext>
            </a:extLst>
          </p:cNvPr>
          <p:cNvSpPr txBox="1"/>
          <p:nvPr/>
        </p:nvSpPr>
        <p:spPr>
          <a:xfrm>
            <a:off x="7554096" y="1477916"/>
            <a:ext cx="463790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fetch(...) sends a request to the server</a:t>
            </a:r>
          </a:p>
          <a:p>
            <a:endParaRPr lang="en-US" sz="2000" b="1" dirty="0"/>
          </a:p>
          <a:p>
            <a:r>
              <a:rPr lang="en-US" sz="2000" b="1" dirty="0" err="1"/>
              <a:t>response.json</a:t>
            </a:r>
            <a:r>
              <a:rPr lang="en-US" sz="2000" b="1" dirty="0"/>
              <a:t>() reads the JSON data</a:t>
            </a:r>
          </a:p>
          <a:p>
            <a:endParaRPr lang="en-US" sz="2000" b="1" dirty="0"/>
          </a:p>
          <a:p>
            <a:r>
              <a:rPr lang="en-US" sz="2000" b="1" dirty="0"/>
              <a:t>console.log(data) shows the result</a:t>
            </a:r>
            <a:endParaRPr lang="en-CA" sz="2000" b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B62D7E-D744-DA03-C6DB-B430D45C214A}"/>
              </a:ext>
            </a:extLst>
          </p:cNvPr>
          <p:cNvCxnSpPr>
            <a:cxnSpLocks/>
          </p:cNvCxnSpPr>
          <p:nvPr/>
        </p:nvCxnSpPr>
        <p:spPr>
          <a:xfrm flipH="1">
            <a:off x="7092778" y="3109132"/>
            <a:ext cx="461318" cy="1101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987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9653B-2D12-0E38-26D3-B4D675B4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060"/>
            <a:ext cx="10515600" cy="1325563"/>
          </a:xfrm>
        </p:spPr>
        <p:txBody>
          <a:bodyPr/>
          <a:lstStyle/>
          <a:p>
            <a:r>
              <a:rPr lang="en-US" dirty="0"/>
              <a:t>What is a POST request?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51962-0A7F-FD00-AB14-BA3D03CB2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068"/>
            <a:ext cx="6724135" cy="2610451"/>
          </a:xfrm>
        </p:spPr>
        <p:txBody>
          <a:bodyPr>
            <a:normAutofit/>
          </a:bodyPr>
          <a:lstStyle/>
          <a:p>
            <a:r>
              <a:rPr lang="en-US" dirty="0"/>
              <a:t>POST is used to send data to a server.</a:t>
            </a:r>
          </a:p>
          <a:p>
            <a:r>
              <a:rPr lang="en-US" dirty="0"/>
              <a:t>It is used to create new data.</a:t>
            </a:r>
          </a:p>
          <a:p>
            <a:r>
              <a:rPr lang="en-US" dirty="0"/>
              <a:t>Example: Send a new user to the server.</a:t>
            </a:r>
          </a:p>
          <a:p>
            <a:r>
              <a:rPr lang="en-US" dirty="0"/>
              <a:t>My understanding:</a:t>
            </a:r>
          </a:p>
          <a:p>
            <a:r>
              <a:rPr lang="en-US" dirty="0"/>
              <a:t>POST is used to send new data.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32123-D73C-554B-BAB2-B59ADEB2D4A5}"/>
              </a:ext>
            </a:extLst>
          </p:cNvPr>
          <p:cNvSpPr txBox="1"/>
          <p:nvPr/>
        </p:nvSpPr>
        <p:spPr>
          <a:xfrm>
            <a:off x="838200" y="3966519"/>
            <a:ext cx="552347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fetch("https://example.com/data", {</a:t>
            </a:r>
          </a:p>
          <a:p>
            <a:r>
              <a:rPr lang="en-CA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method: "POST",</a:t>
            </a:r>
          </a:p>
          <a:p>
            <a:r>
              <a:rPr lang="en-CA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headers: {</a:t>
            </a:r>
          </a:p>
          <a:p>
            <a:r>
              <a:rPr lang="en-CA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"Content-Type": "application/</a:t>
            </a:r>
            <a:r>
              <a:rPr lang="en-CA" sz="2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json</a:t>
            </a:r>
            <a:r>
              <a:rPr lang="en-CA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"</a:t>
            </a:r>
          </a:p>
          <a:p>
            <a:r>
              <a:rPr lang="en-CA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},</a:t>
            </a:r>
          </a:p>
          <a:p>
            <a:r>
              <a:rPr lang="en-CA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body: </a:t>
            </a:r>
            <a:r>
              <a:rPr lang="en-CA" sz="2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JSON.stringify</a:t>
            </a:r>
            <a:r>
              <a:rPr lang="en-CA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({ name: "Joshua" })</a:t>
            </a:r>
          </a:p>
          <a:p>
            <a:r>
              <a:rPr lang="en-CA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1CC30-9CBB-0CD9-5D09-99BD0039FE0B}"/>
              </a:ext>
            </a:extLst>
          </p:cNvPr>
          <p:cNvSpPr txBox="1"/>
          <p:nvPr/>
        </p:nvSpPr>
        <p:spPr>
          <a:xfrm>
            <a:off x="6787979" y="3966519"/>
            <a:ext cx="514864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method: "POST" means sending data</a:t>
            </a:r>
          </a:p>
          <a:p>
            <a:endParaRPr lang="en-US" sz="2000" b="1" dirty="0"/>
          </a:p>
          <a:p>
            <a:r>
              <a:rPr lang="en-US" sz="2000" b="1" dirty="0"/>
              <a:t>headers tell the server the data is JSON</a:t>
            </a:r>
          </a:p>
          <a:p>
            <a:endParaRPr lang="en-US" sz="2000" b="1" dirty="0"/>
          </a:p>
          <a:p>
            <a:r>
              <a:rPr lang="en-US" sz="2000" b="1" dirty="0"/>
              <a:t>body contains the data being sent</a:t>
            </a:r>
          </a:p>
          <a:p>
            <a:endParaRPr lang="en-US" sz="2000" b="1" dirty="0"/>
          </a:p>
          <a:p>
            <a:r>
              <a:rPr lang="en-US" sz="2000" b="1" dirty="0" err="1"/>
              <a:t>JSON.stringify</a:t>
            </a:r>
            <a:r>
              <a:rPr lang="en-US" sz="2000" b="1" dirty="0"/>
              <a:t>() turns data into JSON text</a:t>
            </a:r>
            <a:endParaRPr lang="en-CA" sz="2000" b="1" dirty="0"/>
          </a:p>
        </p:txBody>
      </p:sp>
    </p:spTree>
    <p:extLst>
      <p:ext uri="{BB962C8B-B14F-4D97-AF65-F5344CB8AC3E}">
        <p14:creationId xmlns:p14="http://schemas.microsoft.com/office/powerpoint/2010/main" val="237874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5E4A-3608-8388-E256-7B6694F57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903" y="92289"/>
            <a:ext cx="5649097" cy="1325563"/>
          </a:xfrm>
        </p:spPr>
        <p:txBody>
          <a:bodyPr/>
          <a:lstStyle/>
          <a:p>
            <a:r>
              <a:rPr lang="en-US" dirty="0"/>
              <a:t>What is a PUT request?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5CAC9-99EC-0CE0-C232-BBCDA798F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417852"/>
            <a:ext cx="6301946" cy="2548667"/>
          </a:xfrm>
        </p:spPr>
        <p:txBody>
          <a:bodyPr>
            <a:normAutofit fontScale="92500"/>
          </a:bodyPr>
          <a:lstStyle/>
          <a:p>
            <a:r>
              <a:rPr lang="en-US" dirty="0"/>
              <a:t>PUT is used to update data on a server.</a:t>
            </a:r>
          </a:p>
          <a:p>
            <a:r>
              <a:rPr lang="en-US" dirty="0"/>
              <a:t>It replaces existing data.</a:t>
            </a:r>
          </a:p>
          <a:p>
            <a:r>
              <a:rPr lang="en-US" dirty="0"/>
              <a:t>Example: Update a user's name.</a:t>
            </a:r>
          </a:p>
          <a:p>
            <a:r>
              <a:rPr lang="en-US" dirty="0"/>
              <a:t>My understanding:</a:t>
            </a:r>
          </a:p>
          <a:p>
            <a:r>
              <a:rPr lang="en-US" dirty="0"/>
              <a:t>PUT is used to change data.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F4731-EE6A-A825-A764-AF290BCFD54A}"/>
              </a:ext>
            </a:extLst>
          </p:cNvPr>
          <p:cNvSpPr txBox="1"/>
          <p:nvPr/>
        </p:nvSpPr>
        <p:spPr>
          <a:xfrm>
            <a:off x="446903" y="3874642"/>
            <a:ext cx="60980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fetch("https://example.com/data/1", {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method: "PUT",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headers: {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"Content-Type": "application/</a:t>
            </a:r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json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"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},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body: </a:t>
            </a:r>
            <a:r>
              <a:rPr lang="en-US" sz="24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JSON.stringify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({ name: "New Name" })</a:t>
            </a:r>
          </a:p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});</a:t>
            </a:r>
            <a:endParaRPr lang="en-CA" sz="2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4100E-830D-E0CA-E3EB-A8BD43869E67}"/>
              </a:ext>
            </a:extLst>
          </p:cNvPr>
          <p:cNvSpPr txBox="1"/>
          <p:nvPr/>
        </p:nvSpPr>
        <p:spPr>
          <a:xfrm>
            <a:off x="6682946" y="3874642"/>
            <a:ext cx="514864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method: "PUT" means updating data</a:t>
            </a:r>
          </a:p>
          <a:p>
            <a:endParaRPr lang="en-US" sz="2000" b="1" dirty="0"/>
          </a:p>
          <a:p>
            <a:r>
              <a:rPr lang="en-US" sz="2000" b="1" dirty="0"/>
              <a:t>headers tell the server the data is JSON</a:t>
            </a:r>
          </a:p>
          <a:p>
            <a:endParaRPr lang="en-US" sz="2000" b="1" dirty="0"/>
          </a:p>
          <a:p>
            <a:r>
              <a:rPr lang="en-US" sz="2000" b="1" dirty="0"/>
              <a:t>body contains the new data</a:t>
            </a:r>
          </a:p>
          <a:p>
            <a:endParaRPr lang="en-US" sz="2000" b="1" dirty="0"/>
          </a:p>
          <a:p>
            <a:r>
              <a:rPr lang="en-US" sz="2000" b="1" dirty="0" err="1"/>
              <a:t>JSON.stringify</a:t>
            </a:r>
            <a:r>
              <a:rPr lang="en-US" sz="2000" b="1" dirty="0"/>
              <a:t>() turns data into JSON text</a:t>
            </a:r>
            <a:endParaRPr lang="en-CA" sz="2000" b="1" dirty="0"/>
          </a:p>
        </p:txBody>
      </p:sp>
    </p:spTree>
    <p:extLst>
      <p:ext uri="{BB962C8B-B14F-4D97-AF65-F5344CB8AC3E}">
        <p14:creationId xmlns:p14="http://schemas.microsoft.com/office/powerpoint/2010/main" val="420390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AFC1-9016-3F16-1A57-3BE3E18A0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30" y="175612"/>
            <a:ext cx="4833551" cy="1325563"/>
          </a:xfrm>
        </p:spPr>
        <p:txBody>
          <a:bodyPr/>
          <a:lstStyle/>
          <a:p>
            <a:r>
              <a:rPr lang="en-CA" dirty="0"/>
              <a:t>GET, POST, and 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6542-98AB-3C4B-3793-CF5DBE729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362" y="1430209"/>
            <a:ext cx="7181335" cy="2610451"/>
          </a:xfrm>
        </p:spPr>
        <p:txBody>
          <a:bodyPr/>
          <a:lstStyle/>
          <a:p>
            <a:r>
              <a:rPr lang="en-US" dirty="0"/>
              <a:t>GET is used to get data.</a:t>
            </a:r>
          </a:p>
          <a:p>
            <a:r>
              <a:rPr lang="en-US" dirty="0"/>
              <a:t>POST is used to send new data.</a:t>
            </a:r>
          </a:p>
          <a:p>
            <a:r>
              <a:rPr lang="en-US" dirty="0"/>
              <a:t>PUT is used to update data.</a:t>
            </a:r>
          </a:p>
          <a:p>
            <a:r>
              <a:rPr lang="en-US" dirty="0"/>
              <a:t>My understanding:</a:t>
            </a:r>
          </a:p>
          <a:p>
            <a:r>
              <a:rPr lang="en-US" dirty="0"/>
              <a:t>GET reads, POST creates, and PUT updates.</a:t>
            </a:r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7691D5-0AE0-93AE-F580-DB91D02F3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050671"/>
              </p:ext>
            </p:extLst>
          </p:nvPr>
        </p:nvGraphicFramePr>
        <p:xfrm>
          <a:off x="343930" y="4364909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840446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331178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92847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Simple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964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Gets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021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Sends new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Create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810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Updates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8671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533047C-825E-00ED-DBA0-0C17FAD98BAB}"/>
              </a:ext>
            </a:extLst>
          </p:cNvPr>
          <p:cNvSpPr txBox="1"/>
          <p:nvPr/>
        </p:nvSpPr>
        <p:spPr>
          <a:xfrm>
            <a:off x="691977" y="6172518"/>
            <a:ext cx="7068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These requests help websites communicate with servers.</a:t>
            </a:r>
            <a:endParaRPr lang="en-CA" sz="2000" b="1" dirty="0"/>
          </a:p>
        </p:txBody>
      </p:sp>
    </p:spTree>
    <p:extLst>
      <p:ext uri="{BB962C8B-B14F-4D97-AF65-F5344CB8AC3E}">
        <p14:creationId xmlns:p14="http://schemas.microsoft.com/office/powerpoint/2010/main" val="2390895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56F3-55F7-9CCB-D7E5-588AAFAF0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7D52D-967E-C559-570C-32AF115E6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430265" cy="905218"/>
          </a:xfrm>
        </p:spPr>
        <p:txBody>
          <a:bodyPr/>
          <a:lstStyle/>
          <a:p>
            <a:r>
              <a:rPr lang="en-CA" dirty="0"/>
              <a:t>MDN Web Docs – API, JSON, Fetch, HTTP Methods</a:t>
            </a:r>
            <a:br>
              <a:rPr lang="en-CA" dirty="0"/>
            </a:br>
            <a:r>
              <a:rPr lang="en-CA" dirty="0"/>
              <a:t>W3Schools – Fetch API and HTTP Requests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91377-2E96-D571-ABDE-CB3FFCC529A0}"/>
              </a:ext>
            </a:extLst>
          </p:cNvPr>
          <p:cNvSpPr txBox="1"/>
          <p:nvPr/>
        </p:nvSpPr>
        <p:spPr>
          <a:xfrm>
            <a:off x="939114" y="4571999"/>
            <a:ext cx="4547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85532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659</Words>
  <Application>Microsoft Office PowerPoint</Application>
  <PresentationFormat>Widescreen</PresentationFormat>
  <Paragraphs>131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APIs, Fetch, and HTTP Requests</vt:lpstr>
      <vt:lpstr>What is an API?</vt:lpstr>
      <vt:lpstr>What is JSON?</vt:lpstr>
      <vt:lpstr>What is Fetch API?</vt:lpstr>
      <vt:lpstr>What is a GET request?</vt:lpstr>
      <vt:lpstr>What is a POST request?</vt:lpstr>
      <vt:lpstr>What is a PUT request?</vt:lpstr>
      <vt:lpstr>GET, POST, and PUT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Xieaoyi Xie</dc:creator>
  <cp:lastModifiedBy>Xieaoyi Xie</cp:lastModifiedBy>
  <cp:revision>2</cp:revision>
  <dcterms:created xsi:type="dcterms:W3CDTF">2026-03-25T00:29:16Z</dcterms:created>
  <dcterms:modified xsi:type="dcterms:W3CDTF">2026-03-25T01:34:15Z</dcterms:modified>
</cp:coreProperties>
</file>